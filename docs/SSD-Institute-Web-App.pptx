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b6f57e8a5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b6f57e8a5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b6f57e8a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b6f57e8a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b6f57e8a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b6f57e8a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b6f57e8a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b6f57e8a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6f57e8a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b6f57e8a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b6f57e8a5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b6f57e8a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b6f57e8a5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b6f57e8a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b6f57e8a5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b6f57e8a5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b6f57e8a5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b6f57e8a5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b6f57e8a5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b6f57e8a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b6f57e8a5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b6f57e8a5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b6f57e8a5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b6f57e8a5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b6f57e8a5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b6f57e8a5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The SSD Institute Web App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537150" y="3157300"/>
            <a:ext cx="4129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JAST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Presenters: Justin Maga, Austin Pringle, Stuart Krueger, Thom Mondeaux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 &amp; Stakeholders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it Is: The SSD Institute Web App is a centralized web application designed to inform the American public about SSD Institute's core beliefs, political strategies, and civic contributions.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Stakeholders: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Business: SSD Institute Leaders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Users: The General Public (Civic Voters)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Technical: Collaborators and IT Professionals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394550" y="922950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Statement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261650"/>
            <a:ext cx="7038900" cy="4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Challenge: Citizens lack a centralized, user-friendly repository for public information.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297500" y="1725150"/>
            <a:ext cx="3459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Current Pain Points: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Information is scattered across fragmented, outdated, or biased sources.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Difficulty navigating legal updates (Local, State, Federal) and court decisions.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Inability to track newly passed legislation.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4756500" y="1779000"/>
            <a:ext cx="34590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Result: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Low voter turnout.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Disconnection between communities and policymakers.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Weak civic engagement undermining the democratic process.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1394550" y="922950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System &amp; Capabilities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1750" y="3105550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Solution: A hosted Flask Web Application (The Hub).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Capabilities: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Centralized Repository: One site for documentation, legal updates, and governance concepts.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Empowerment: Tools to help citizens track developments affecting their specific community.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Informed Action: Enables evidence-based voting and decision-making.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394550" y="922950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System Features</a:t>
            </a:r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Governance Concepts: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Collaborative Veto: Tracking local support and legislative impact.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Multi-choice Voting: Visualizing approval totals via Bar Charts.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Supreme Court Veto: State-level Choropleth maps (26+ state objection tracking).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Minimum Amount of Space: GIS/Density visualizations for resource allocation.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 Access: Search functionality for Local, State, and Federal policy history.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394550" y="922950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1297500" y="393750"/>
            <a:ext cx="5090400" cy="8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Topology &amp; Architecture</a:t>
            </a:r>
            <a:endParaRPr/>
          </a:p>
        </p:txBody>
      </p:sp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383650" y="1348575"/>
            <a:ext cx="4460100" cy="3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Access &amp; Security: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Secure HTTPS/SSL connection from Client Browser.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Requests routed through PythonAnywhere Web Host and a dedicated Error Handling/Logging layer before reaching the application.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Application Logic: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Flask serves as the central orchestration engine.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Delivers JSON/HTML responses back to the client.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Ecosystem: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GIS Simulation: Handles complex spatial data requests.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Matplotlib:</a:t>
            </a:r>
            <a:r>
              <a:rPr lang="en"/>
              <a:t> </a:t>
            </a:r>
            <a:r>
              <a:rPr lang="en"/>
              <a:t>Performs server-side image rendering.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D3.js: Consumes REST API JSON for interactive </a:t>
            </a:r>
            <a:r>
              <a:rPr lang="en"/>
              <a:t>front end</a:t>
            </a:r>
            <a:r>
              <a:rPr lang="en"/>
              <a:t> charts.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Storage: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Hybrid approach using Static/CSV/JSON Data Files.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Backed by an SQLite Database repository for persistent storage.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</a:t>
            </a:r>
            <a:r>
              <a:rPr lang="en"/>
              <a:t>t</a:t>
            </a:r>
            <a:r>
              <a:rPr lang="en"/>
              <a:t>: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GitHub integration for version control.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394550" y="922950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9" name="Google Shape;179;p19" title="Screenshot 2025-11-29 at 10.29.0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175" y="1425150"/>
            <a:ext cx="3742800" cy="3340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Diagram &amp; DFD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911750" y="2863000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1297500" y="393750"/>
            <a:ext cx="4998300" cy="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DFD Level 0</a:t>
            </a:r>
            <a:endParaRPr/>
          </a:p>
        </p:txBody>
      </p:sp>
      <p:sp>
        <p:nvSpPr>
          <p:cNvPr id="191" name="Google Shape;191;p21"/>
          <p:cNvSpPr txBox="1"/>
          <p:nvPr>
            <p:ph idx="1" type="body"/>
          </p:nvPr>
        </p:nvSpPr>
        <p:spPr>
          <a:xfrm>
            <a:off x="1072900" y="1149275"/>
            <a:ext cx="3645600" cy="3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Boundary (Process 0):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SSD Institute Flask Web Application: The central process handling all logic and data routing.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Interactions: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General Public: Sends HTTPS GET/POST requests and feedback; receives rendered HTML content, visualizations, and JSON source data.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SSD Institute Staff: Submits content updates via HTML editors (HTTPS POST); receives status confirmations and reports.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&amp; Deployment: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GitHub Repository: Pushes framework code and updates into the application.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PythonAnywhere Hosting: Receives deployment files via the Python environment; provides hosting status, Linux bash logs, and SSL/HTTPS handling.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381750" y="810575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3" name="Google Shape;193;p21" title="DFDLevel0SS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925" y="1149275"/>
            <a:ext cx="4120801" cy="3084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type="title"/>
          </p:nvPr>
        </p:nvSpPr>
        <p:spPr>
          <a:xfrm>
            <a:off x="1297500" y="393750"/>
            <a:ext cx="3798900" cy="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DFD Level 1</a:t>
            </a:r>
            <a:endParaRPr/>
          </a:p>
        </p:txBody>
      </p:sp>
      <p:sp>
        <p:nvSpPr>
          <p:cNvPr id="199" name="Google Shape;199;p22"/>
          <p:cNvSpPr txBox="1"/>
          <p:nvPr>
            <p:ph idx="1" type="body"/>
          </p:nvPr>
        </p:nvSpPr>
        <p:spPr>
          <a:xfrm>
            <a:off x="1065250" y="1149275"/>
            <a:ext cx="4847700" cy="38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Breakdown of major functional modules.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Management:</a:t>
            </a:r>
            <a:endParaRPr/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SSD Staff manages content, which is stored in the Concept Database (D1).</a:t>
            </a:r>
            <a:endParaRPr/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Receives user feedback loop from the Feedback Database (D5).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Generation:</a:t>
            </a:r>
            <a:endParaRPr/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Fetches data from D1 or JSON APIs.</a:t>
            </a:r>
            <a:endParaRPr/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Generates Plotly visualizations and stores assets in Visualization Assets (D2).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 &amp; Reference:</a:t>
            </a:r>
            <a:endParaRPr/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Updates documentation in the GitHub repo and stores files in Documentation Files (D3).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Hosting &amp; Version Control:</a:t>
            </a:r>
            <a:endParaRPr/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central deployment hub. It pushes updates via Git (HTTPS) to the GitHub Repository and syncs with the Source Repository (D4).</a:t>
            </a:r>
            <a:endParaRPr/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Manages deployment logs for Developers and coordinates with PythonAnywhere Hosting.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User Interaction / Feedback:</a:t>
            </a:r>
            <a:endParaRPr/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Captures HTTPS POST requests from the General Public.</a:t>
            </a:r>
            <a:endParaRPr/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Inserts data via Python SQL into the Feedback Database (D5) for staff review.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1381750" y="810575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1" name="Google Shape;201;p22" title="DFDLevel1SSDPart1Version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200" y="49850"/>
            <a:ext cx="2956099" cy="2984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 title="DFDLevel1SSDPart2Version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4200" y="2571750"/>
            <a:ext cx="2956101" cy="251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823850" y="2053000"/>
            <a:ext cx="53724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Entity Relationship Diagram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911750" y="2863000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1297500" y="393750"/>
            <a:ext cx="5105700" cy="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Architecture (ERD)</a:t>
            </a:r>
            <a:endParaRPr/>
          </a:p>
        </p:txBody>
      </p:sp>
      <p:sp>
        <p:nvSpPr>
          <p:cNvPr id="214" name="Google Shape;214;p24"/>
          <p:cNvSpPr txBox="1"/>
          <p:nvPr>
            <p:ph idx="1" type="body"/>
          </p:nvPr>
        </p:nvSpPr>
        <p:spPr>
          <a:xfrm>
            <a:off x="31375" y="1215275"/>
            <a:ext cx="5278800" cy="3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Overview: Our ERD represents the relational schema supporting the Flask application, centered around User interaction with data-driven Concepts.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&amp; Access Control: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User &amp; Role: Manages authentication (Admins vs. Public) and permissions.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Logic &amp; Governance: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Concept: The central entity (e.g., Veto, Voting) linking to </a:t>
            </a:r>
            <a:r>
              <a:rPr lang="en"/>
              <a:t>Civic Impact</a:t>
            </a:r>
            <a:r>
              <a:rPr lang="en"/>
              <a:t> scores.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BlogPost &amp; Document: Supports the educational narrative and reference materials.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Visualization: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Dataset &amp; Version: Tracks raw source data and version history to ensure accuracy.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Visualization &amp; Simulation: Stores parameters and results for the interactive charts.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Bridge Tables: Uses </a:t>
            </a:r>
            <a:r>
              <a:rPr lang="en"/>
              <a:t>Concept Visualization Bridge</a:t>
            </a:r>
            <a:r>
              <a:rPr lang="en"/>
              <a:t> to handle complex many-to-many relationships.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Engagement:</a:t>
            </a:r>
            <a:endParaRPr/>
          </a:p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Feedback: Captures user input directly linked to specific Datasets or Visualizations.</a:t>
            </a:r>
            <a:endParaRPr/>
          </a:p>
        </p:txBody>
      </p:sp>
      <p:pic>
        <p:nvPicPr>
          <p:cNvPr id="215" name="Google Shape;215;p24" title="ERDSSDVersion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075" y="1215275"/>
            <a:ext cx="3742799" cy="271294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 txBox="1"/>
          <p:nvPr/>
        </p:nvSpPr>
        <p:spPr>
          <a:xfrm>
            <a:off x="1381750" y="810575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/>
          <p:nvPr>
            <p:ph type="title"/>
          </p:nvPr>
        </p:nvSpPr>
        <p:spPr>
          <a:xfrm>
            <a:off x="823850" y="2053000"/>
            <a:ext cx="6008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Sequence Walkthrough</a:t>
            </a:r>
            <a:endParaRPr/>
          </a:p>
        </p:txBody>
      </p:sp>
      <p:sp>
        <p:nvSpPr>
          <p:cNvPr id="222" name="Google Shape;222;p25"/>
          <p:cNvSpPr txBox="1"/>
          <p:nvPr/>
        </p:nvSpPr>
        <p:spPr>
          <a:xfrm>
            <a:off x="911750" y="2863000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911750" y="2863000"/>
            <a:ext cx="44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The SSD Institute Web App</a:t>
            </a:r>
            <a:endParaRPr sz="10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